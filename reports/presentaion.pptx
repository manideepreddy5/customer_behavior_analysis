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DM Sans" pitchFamily="2" charset="0"/>
      <p:regular r:id="rId11"/>
      <p:bold r:id="rId12"/>
    </p:embeddedFont>
    <p:embeddedFont>
      <p:font typeface="PT Serif" panose="020A0603040505020204" pitchFamily="18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FBE2C1-B58E-4363-BEB2-0AB5538BE7E7}" v="11" dt="2026-03-16T16:51:43.9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33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ideep reddy" userId="2a09e03046728d72" providerId="LiveId" clId="{B229D4EA-C5FD-4049-AE89-78193BCAA06F}"/>
    <pc:docChg chg="undo redo custSel modSld">
      <pc:chgData name="manideep reddy" userId="2a09e03046728d72" providerId="LiveId" clId="{B229D4EA-C5FD-4049-AE89-78193BCAA06F}" dt="2026-03-16T16:51:57.124" v="167" actId="478"/>
      <pc:docMkLst>
        <pc:docMk/>
      </pc:docMkLst>
      <pc:sldChg chg="modSp mod">
        <pc:chgData name="manideep reddy" userId="2a09e03046728d72" providerId="LiveId" clId="{B229D4EA-C5FD-4049-AE89-78193BCAA06F}" dt="2026-03-16T16:47:52.410" v="148" actId="14100"/>
        <pc:sldMkLst>
          <pc:docMk/>
          <pc:sldMk cId="0" sldId="256"/>
        </pc:sldMkLst>
        <pc:spChg chg="mod">
          <ac:chgData name="manideep reddy" userId="2a09e03046728d72" providerId="LiveId" clId="{B229D4EA-C5FD-4049-AE89-78193BCAA06F}" dt="2026-03-16T16:36:14.596" v="89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manideep reddy" userId="2a09e03046728d72" providerId="LiveId" clId="{B229D4EA-C5FD-4049-AE89-78193BCAA06F}" dt="2026-03-16T16:25:43.779" v="4" actId="20577"/>
          <ac:spMkLst>
            <pc:docMk/>
            <pc:sldMk cId="0" sldId="256"/>
            <ac:spMk id="5" creationId="{00000000-0000-0000-0000-000000000000}"/>
          </ac:spMkLst>
        </pc:spChg>
        <pc:picChg chg="mod">
          <ac:chgData name="manideep reddy" userId="2a09e03046728d72" providerId="LiveId" clId="{B229D4EA-C5FD-4049-AE89-78193BCAA06F}" dt="2026-03-16T16:47:52.410" v="148" actId="14100"/>
          <ac:picMkLst>
            <pc:docMk/>
            <pc:sldMk cId="0" sldId="256"/>
            <ac:picMk id="2" creationId="{00000000-0000-0000-0000-000000000000}"/>
          </ac:picMkLst>
        </pc:picChg>
      </pc:sldChg>
      <pc:sldChg chg="addSp modSp mod">
        <pc:chgData name="manideep reddy" userId="2a09e03046728d72" providerId="LiveId" clId="{B229D4EA-C5FD-4049-AE89-78193BCAA06F}" dt="2026-03-16T16:40:08.786" v="127" actId="14100"/>
        <pc:sldMkLst>
          <pc:docMk/>
          <pc:sldMk cId="0" sldId="257"/>
        </pc:sldMkLst>
        <pc:spChg chg="mod">
          <ac:chgData name="manideep reddy" userId="2a09e03046728d72" providerId="LiveId" clId="{B229D4EA-C5FD-4049-AE89-78193BCAA06F}" dt="2026-03-16T16:30:49.608" v="63" actId="207"/>
          <ac:spMkLst>
            <pc:docMk/>
            <pc:sldMk cId="0" sldId="257"/>
            <ac:spMk id="5" creationId="{00000000-0000-0000-0000-000000000000}"/>
          </ac:spMkLst>
        </pc:spChg>
        <pc:spChg chg="mod">
          <ac:chgData name="manideep reddy" userId="2a09e03046728d72" providerId="LiveId" clId="{B229D4EA-C5FD-4049-AE89-78193BCAA06F}" dt="2026-03-16T16:30:59.016" v="65" actId="20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manideep reddy" userId="2a09e03046728d72" providerId="LiveId" clId="{B229D4EA-C5FD-4049-AE89-78193BCAA06F}" dt="2026-03-16T16:30:55.037" v="64" actId="207"/>
          <ac:spMkLst>
            <pc:docMk/>
            <pc:sldMk cId="0" sldId="257"/>
            <ac:spMk id="15" creationId="{00000000-0000-0000-0000-000000000000}"/>
          </ac:spMkLst>
        </pc:spChg>
        <pc:spChg chg="mod">
          <ac:chgData name="manideep reddy" userId="2a09e03046728d72" providerId="LiveId" clId="{B229D4EA-C5FD-4049-AE89-78193BCAA06F}" dt="2026-03-16T16:31:02.532" v="66" actId="207"/>
          <ac:spMkLst>
            <pc:docMk/>
            <pc:sldMk cId="0" sldId="257"/>
            <ac:spMk id="20" creationId="{00000000-0000-0000-0000-000000000000}"/>
          </ac:spMkLst>
        </pc:spChg>
        <pc:spChg chg="add mod">
          <ac:chgData name="manideep reddy" userId="2a09e03046728d72" providerId="LiveId" clId="{B229D4EA-C5FD-4049-AE89-78193BCAA06F}" dt="2026-03-16T16:40:08.786" v="127" actId="14100"/>
          <ac:spMkLst>
            <pc:docMk/>
            <pc:sldMk cId="0" sldId="257"/>
            <ac:spMk id="24" creationId="{CCBE0556-8685-8D5F-7939-A07B0C81EBE2}"/>
          </ac:spMkLst>
        </pc:spChg>
      </pc:sldChg>
      <pc:sldChg chg="addSp delSp modSp mod">
        <pc:chgData name="manideep reddy" userId="2a09e03046728d72" providerId="LiveId" clId="{B229D4EA-C5FD-4049-AE89-78193BCAA06F}" dt="2026-03-16T16:46:48.734" v="142" actId="207"/>
        <pc:sldMkLst>
          <pc:docMk/>
          <pc:sldMk cId="0" sldId="258"/>
        </pc:sldMkLst>
        <pc:spChg chg="mod">
          <ac:chgData name="manideep reddy" userId="2a09e03046728d72" providerId="LiveId" clId="{B229D4EA-C5FD-4049-AE89-78193BCAA06F}" dt="2026-03-16T16:31:11.691" v="68" actId="14100"/>
          <ac:spMkLst>
            <pc:docMk/>
            <pc:sldMk cId="0" sldId="258"/>
            <ac:spMk id="2" creationId="{00000000-0000-0000-0000-000000000000}"/>
          </ac:spMkLst>
        </pc:spChg>
        <pc:spChg chg="mod">
          <ac:chgData name="manideep reddy" userId="2a09e03046728d72" providerId="LiveId" clId="{B229D4EA-C5FD-4049-AE89-78193BCAA06F}" dt="2026-03-16T16:31:17.848" v="71" actId="14100"/>
          <ac:spMkLst>
            <pc:docMk/>
            <pc:sldMk cId="0" sldId="258"/>
            <ac:spMk id="4" creationId="{00000000-0000-0000-0000-000000000000}"/>
          </ac:spMkLst>
        </pc:spChg>
        <pc:spChg chg="mod">
          <ac:chgData name="manideep reddy" userId="2a09e03046728d72" providerId="LiveId" clId="{B229D4EA-C5FD-4049-AE89-78193BCAA06F}" dt="2026-03-16T16:31:22.486" v="73" actId="14100"/>
          <ac:spMkLst>
            <pc:docMk/>
            <pc:sldMk cId="0" sldId="258"/>
            <ac:spMk id="5" creationId="{00000000-0000-0000-0000-000000000000}"/>
          </ac:spMkLst>
        </pc:spChg>
        <pc:spChg chg="mod">
          <ac:chgData name="manideep reddy" userId="2a09e03046728d72" providerId="LiveId" clId="{B229D4EA-C5FD-4049-AE89-78193BCAA06F}" dt="2026-03-16T16:31:26.202" v="75" actId="14100"/>
          <ac:spMkLst>
            <pc:docMk/>
            <pc:sldMk cId="0" sldId="258"/>
            <ac:spMk id="6" creationId="{00000000-0000-0000-0000-000000000000}"/>
          </ac:spMkLst>
        </pc:spChg>
        <pc:spChg chg="mod">
          <ac:chgData name="manideep reddy" userId="2a09e03046728d72" providerId="LiveId" clId="{B229D4EA-C5FD-4049-AE89-78193BCAA06F}" dt="2026-03-16T16:31:30.759" v="77" actId="14100"/>
          <ac:spMkLst>
            <pc:docMk/>
            <pc:sldMk cId="0" sldId="258"/>
            <ac:spMk id="7" creationId="{00000000-0000-0000-0000-000000000000}"/>
          </ac:spMkLst>
        </pc:spChg>
        <pc:spChg chg="add mod">
          <ac:chgData name="manideep reddy" userId="2a09e03046728d72" providerId="LiveId" clId="{B229D4EA-C5FD-4049-AE89-78193BCAA06F}" dt="2026-03-16T16:40:22.292" v="128"/>
          <ac:spMkLst>
            <pc:docMk/>
            <pc:sldMk cId="0" sldId="258"/>
            <ac:spMk id="8" creationId="{39CA24BC-E8B2-D575-88D0-3EEAC4FA2EA5}"/>
          </ac:spMkLst>
        </pc:spChg>
        <pc:picChg chg="del mod">
          <ac:chgData name="manideep reddy" userId="2a09e03046728d72" providerId="LiveId" clId="{B229D4EA-C5FD-4049-AE89-78193BCAA06F}" dt="2026-03-16T16:45:44.409" v="134" actId="21"/>
          <ac:picMkLst>
            <pc:docMk/>
            <pc:sldMk cId="0" sldId="258"/>
            <ac:picMk id="3" creationId="{00000000-0000-0000-0000-000000000000}"/>
          </ac:picMkLst>
        </pc:picChg>
        <pc:picChg chg="add del">
          <ac:chgData name="manideep reddy" userId="2a09e03046728d72" providerId="LiveId" clId="{B229D4EA-C5FD-4049-AE89-78193BCAA06F}" dt="2026-03-16T16:45:48.755" v="136" actId="21"/>
          <ac:picMkLst>
            <pc:docMk/>
            <pc:sldMk cId="0" sldId="258"/>
            <ac:picMk id="9" creationId="{E6EFC1A0-A0C6-3D2C-AB8A-CD8BA15B2F7A}"/>
          </ac:picMkLst>
        </pc:picChg>
        <pc:picChg chg="add mod">
          <ac:chgData name="manideep reddy" userId="2a09e03046728d72" providerId="LiveId" clId="{B229D4EA-C5FD-4049-AE89-78193BCAA06F}" dt="2026-03-16T16:46:48.734" v="142" actId="207"/>
          <ac:picMkLst>
            <pc:docMk/>
            <pc:sldMk cId="0" sldId="258"/>
            <ac:picMk id="11" creationId="{0DDCC1A8-B8D8-2F87-4EB4-41F3DC70E5FA}"/>
          </ac:picMkLst>
        </pc:picChg>
      </pc:sldChg>
      <pc:sldChg chg="addSp modSp mod">
        <pc:chgData name="manideep reddy" userId="2a09e03046728d72" providerId="LiveId" clId="{B229D4EA-C5FD-4049-AE89-78193BCAA06F}" dt="2026-03-16T16:40:29.826" v="129"/>
        <pc:sldMkLst>
          <pc:docMk/>
          <pc:sldMk cId="0" sldId="259"/>
        </pc:sldMkLst>
        <pc:spChg chg="mod">
          <ac:chgData name="manideep reddy" userId="2a09e03046728d72" providerId="LiveId" clId="{B229D4EA-C5FD-4049-AE89-78193BCAA06F}" dt="2026-03-16T16:31:43.781" v="79" actId="20577"/>
          <ac:spMkLst>
            <pc:docMk/>
            <pc:sldMk cId="0" sldId="259"/>
            <ac:spMk id="3" creationId="{00000000-0000-0000-0000-000000000000}"/>
          </ac:spMkLst>
        </pc:spChg>
        <pc:spChg chg="mod">
          <ac:chgData name="manideep reddy" userId="2a09e03046728d72" providerId="LiveId" clId="{B229D4EA-C5FD-4049-AE89-78193BCAA06F}" dt="2026-03-16T16:31:50.186" v="80" actId="207"/>
          <ac:spMkLst>
            <pc:docMk/>
            <pc:sldMk cId="0" sldId="259"/>
            <ac:spMk id="5" creationId="{00000000-0000-0000-0000-000000000000}"/>
          </ac:spMkLst>
        </pc:spChg>
        <pc:spChg chg="mod">
          <ac:chgData name="manideep reddy" userId="2a09e03046728d72" providerId="LiveId" clId="{B229D4EA-C5FD-4049-AE89-78193BCAA06F}" dt="2026-03-16T16:31:57.565" v="82" actId="207"/>
          <ac:spMkLst>
            <pc:docMk/>
            <pc:sldMk cId="0" sldId="259"/>
            <ac:spMk id="9" creationId="{00000000-0000-0000-0000-000000000000}"/>
          </ac:spMkLst>
        </pc:spChg>
        <pc:spChg chg="mod">
          <ac:chgData name="manideep reddy" userId="2a09e03046728d72" providerId="LiveId" clId="{B229D4EA-C5FD-4049-AE89-78193BCAA06F}" dt="2026-03-16T16:31:53.505" v="81" actId="207"/>
          <ac:spMkLst>
            <pc:docMk/>
            <pc:sldMk cId="0" sldId="259"/>
            <ac:spMk id="13" creationId="{00000000-0000-0000-0000-000000000000}"/>
          </ac:spMkLst>
        </pc:spChg>
        <pc:spChg chg="mod">
          <ac:chgData name="manideep reddy" userId="2a09e03046728d72" providerId="LiveId" clId="{B229D4EA-C5FD-4049-AE89-78193BCAA06F}" dt="2026-03-16T16:32:00.401" v="83" actId="207"/>
          <ac:spMkLst>
            <pc:docMk/>
            <pc:sldMk cId="0" sldId="259"/>
            <ac:spMk id="17" creationId="{00000000-0000-0000-0000-000000000000}"/>
          </ac:spMkLst>
        </pc:spChg>
        <pc:spChg chg="mod">
          <ac:chgData name="manideep reddy" userId="2a09e03046728d72" providerId="LiveId" clId="{B229D4EA-C5FD-4049-AE89-78193BCAA06F}" dt="2026-03-16T16:35:55.367" v="87" actId="207"/>
          <ac:spMkLst>
            <pc:docMk/>
            <pc:sldMk cId="0" sldId="259"/>
            <ac:spMk id="21" creationId="{00000000-0000-0000-0000-000000000000}"/>
          </ac:spMkLst>
        </pc:spChg>
        <pc:spChg chg="mod">
          <ac:chgData name="manideep reddy" userId="2a09e03046728d72" providerId="LiveId" clId="{B229D4EA-C5FD-4049-AE89-78193BCAA06F}" dt="2026-03-16T16:32:08.095" v="84" actId="207"/>
          <ac:spMkLst>
            <pc:docMk/>
            <pc:sldMk cId="0" sldId="259"/>
            <ac:spMk id="25" creationId="{00000000-0000-0000-0000-000000000000}"/>
          </ac:spMkLst>
        </pc:spChg>
        <pc:spChg chg="add mod">
          <ac:chgData name="manideep reddy" userId="2a09e03046728d72" providerId="LiveId" clId="{B229D4EA-C5FD-4049-AE89-78193BCAA06F}" dt="2026-03-16T16:40:29.826" v="129"/>
          <ac:spMkLst>
            <pc:docMk/>
            <pc:sldMk cId="0" sldId="259"/>
            <ac:spMk id="28" creationId="{9553FB3A-3553-D119-B716-F3FFA8400096}"/>
          </ac:spMkLst>
        </pc:spChg>
      </pc:sldChg>
      <pc:sldChg chg="addSp modSp">
        <pc:chgData name="manideep reddy" userId="2a09e03046728d72" providerId="LiveId" clId="{B229D4EA-C5FD-4049-AE89-78193BCAA06F}" dt="2026-03-16T16:40:34.224" v="130"/>
        <pc:sldMkLst>
          <pc:docMk/>
          <pc:sldMk cId="0" sldId="260"/>
        </pc:sldMkLst>
        <pc:spChg chg="add mod">
          <ac:chgData name="manideep reddy" userId="2a09e03046728d72" providerId="LiveId" clId="{B229D4EA-C5FD-4049-AE89-78193BCAA06F}" dt="2026-03-16T16:40:34.224" v="130"/>
          <ac:spMkLst>
            <pc:docMk/>
            <pc:sldMk cId="0" sldId="260"/>
            <ac:spMk id="16" creationId="{2F77F3EC-F5A3-DD19-6F7F-5EBB7B15B54B}"/>
          </ac:spMkLst>
        </pc:spChg>
      </pc:sldChg>
      <pc:sldChg chg="addSp modSp mod">
        <pc:chgData name="manideep reddy" userId="2a09e03046728d72" providerId="LiveId" clId="{B229D4EA-C5FD-4049-AE89-78193BCAA06F}" dt="2026-03-16T16:40:39.775" v="131"/>
        <pc:sldMkLst>
          <pc:docMk/>
          <pc:sldMk cId="0" sldId="261"/>
        </pc:sldMkLst>
        <pc:spChg chg="mod">
          <ac:chgData name="manideep reddy" userId="2a09e03046728d72" providerId="LiveId" clId="{B229D4EA-C5FD-4049-AE89-78193BCAA06F}" dt="2026-03-16T16:29:43.488" v="51" actId="207"/>
          <ac:spMkLst>
            <pc:docMk/>
            <pc:sldMk cId="0" sldId="261"/>
            <ac:spMk id="5" creationId="{00000000-0000-0000-0000-000000000000}"/>
          </ac:spMkLst>
        </pc:spChg>
        <pc:spChg chg="mod">
          <ac:chgData name="manideep reddy" userId="2a09e03046728d72" providerId="LiveId" clId="{B229D4EA-C5FD-4049-AE89-78193BCAA06F}" dt="2026-03-16T16:29:40.206" v="50" actId="207"/>
          <ac:spMkLst>
            <pc:docMk/>
            <pc:sldMk cId="0" sldId="261"/>
            <ac:spMk id="6" creationId="{00000000-0000-0000-0000-000000000000}"/>
          </ac:spMkLst>
        </pc:spChg>
        <pc:spChg chg="mod">
          <ac:chgData name="manideep reddy" userId="2a09e03046728d72" providerId="LiveId" clId="{B229D4EA-C5FD-4049-AE89-78193BCAA06F}" dt="2026-03-16T16:29:52.840" v="52" actId="207"/>
          <ac:spMkLst>
            <pc:docMk/>
            <pc:sldMk cId="0" sldId="261"/>
            <ac:spMk id="11" creationId="{00000000-0000-0000-0000-000000000000}"/>
          </ac:spMkLst>
        </pc:spChg>
        <pc:spChg chg="mod">
          <ac:chgData name="manideep reddy" userId="2a09e03046728d72" providerId="LiveId" clId="{B229D4EA-C5FD-4049-AE89-78193BCAA06F}" dt="2026-03-16T16:29:56.580" v="53" actId="207"/>
          <ac:spMkLst>
            <pc:docMk/>
            <pc:sldMk cId="0" sldId="261"/>
            <ac:spMk id="12" creationId="{00000000-0000-0000-0000-000000000000}"/>
          </ac:spMkLst>
        </pc:spChg>
        <pc:spChg chg="mod">
          <ac:chgData name="manideep reddy" userId="2a09e03046728d72" providerId="LiveId" clId="{B229D4EA-C5FD-4049-AE89-78193BCAA06F}" dt="2026-03-16T16:30:00.369" v="54" actId="207"/>
          <ac:spMkLst>
            <pc:docMk/>
            <pc:sldMk cId="0" sldId="261"/>
            <ac:spMk id="17" creationId="{00000000-0000-0000-0000-000000000000}"/>
          </ac:spMkLst>
        </pc:spChg>
        <pc:spChg chg="mod">
          <ac:chgData name="manideep reddy" userId="2a09e03046728d72" providerId="LiveId" clId="{B229D4EA-C5FD-4049-AE89-78193BCAA06F}" dt="2026-03-16T16:30:04.020" v="55" actId="207"/>
          <ac:spMkLst>
            <pc:docMk/>
            <pc:sldMk cId="0" sldId="261"/>
            <ac:spMk id="18" creationId="{00000000-0000-0000-0000-000000000000}"/>
          </ac:spMkLst>
        </pc:spChg>
        <pc:spChg chg="mod">
          <ac:chgData name="manideep reddy" userId="2a09e03046728d72" providerId="LiveId" clId="{B229D4EA-C5FD-4049-AE89-78193BCAA06F}" dt="2026-03-16T16:30:08.117" v="56" actId="207"/>
          <ac:spMkLst>
            <pc:docMk/>
            <pc:sldMk cId="0" sldId="261"/>
            <ac:spMk id="23" creationId="{00000000-0000-0000-0000-000000000000}"/>
          </ac:spMkLst>
        </pc:spChg>
        <pc:spChg chg="mod">
          <ac:chgData name="manideep reddy" userId="2a09e03046728d72" providerId="LiveId" clId="{B229D4EA-C5FD-4049-AE89-78193BCAA06F}" dt="2026-03-16T16:30:12.041" v="57" actId="207"/>
          <ac:spMkLst>
            <pc:docMk/>
            <pc:sldMk cId="0" sldId="261"/>
            <ac:spMk id="24" creationId="{00000000-0000-0000-0000-000000000000}"/>
          </ac:spMkLst>
        </pc:spChg>
        <pc:spChg chg="mod">
          <ac:chgData name="manideep reddy" userId="2a09e03046728d72" providerId="LiveId" clId="{B229D4EA-C5FD-4049-AE89-78193BCAA06F}" dt="2026-03-16T16:30:30.865" v="61" actId="207"/>
          <ac:spMkLst>
            <pc:docMk/>
            <pc:sldMk cId="0" sldId="261"/>
            <ac:spMk id="29" creationId="{00000000-0000-0000-0000-000000000000}"/>
          </ac:spMkLst>
        </pc:spChg>
        <pc:spChg chg="mod">
          <ac:chgData name="manideep reddy" userId="2a09e03046728d72" providerId="LiveId" clId="{B229D4EA-C5FD-4049-AE89-78193BCAA06F}" dt="2026-03-16T16:30:38.196" v="62" actId="207"/>
          <ac:spMkLst>
            <pc:docMk/>
            <pc:sldMk cId="0" sldId="261"/>
            <ac:spMk id="30" creationId="{00000000-0000-0000-0000-000000000000}"/>
          </ac:spMkLst>
        </pc:spChg>
        <pc:spChg chg="mod">
          <ac:chgData name="manideep reddy" userId="2a09e03046728d72" providerId="LiveId" clId="{B229D4EA-C5FD-4049-AE89-78193BCAA06F}" dt="2026-03-16T16:30:21.759" v="59" actId="207"/>
          <ac:spMkLst>
            <pc:docMk/>
            <pc:sldMk cId="0" sldId="261"/>
            <ac:spMk id="35" creationId="{00000000-0000-0000-0000-000000000000}"/>
          </ac:spMkLst>
        </pc:spChg>
        <pc:spChg chg="mod">
          <ac:chgData name="manideep reddy" userId="2a09e03046728d72" providerId="LiveId" clId="{B229D4EA-C5FD-4049-AE89-78193BCAA06F}" dt="2026-03-16T16:30:17.746" v="58" actId="207"/>
          <ac:spMkLst>
            <pc:docMk/>
            <pc:sldMk cId="0" sldId="261"/>
            <ac:spMk id="36" creationId="{00000000-0000-0000-0000-000000000000}"/>
          </ac:spMkLst>
        </pc:spChg>
        <pc:spChg chg="add mod">
          <ac:chgData name="manideep reddy" userId="2a09e03046728d72" providerId="LiveId" clId="{B229D4EA-C5FD-4049-AE89-78193BCAA06F}" dt="2026-03-16T16:40:39.775" v="131"/>
          <ac:spMkLst>
            <pc:docMk/>
            <pc:sldMk cId="0" sldId="261"/>
            <ac:spMk id="40" creationId="{5B7C333F-2C29-78E5-8F2C-5BE0BE689FE0}"/>
          </ac:spMkLst>
        </pc:spChg>
      </pc:sldChg>
      <pc:sldChg chg="addSp delSp modSp mod">
        <pc:chgData name="manideep reddy" userId="2a09e03046728d72" providerId="LiveId" clId="{B229D4EA-C5FD-4049-AE89-78193BCAA06F}" dt="2026-03-16T16:40:44.354" v="132"/>
        <pc:sldMkLst>
          <pc:docMk/>
          <pc:sldMk cId="0" sldId="262"/>
        </pc:sldMkLst>
        <pc:spChg chg="mod">
          <ac:chgData name="manideep reddy" userId="2a09e03046728d72" providerId="LiveId" clId="{B229D4EA-C5FD-4049-AE89-78193BCAA06F}" dt="2026-03-16T16:38:01.486" v="105" actId="14100"/>
          <ac:spMkLst>
            <pc:docMk/>
            <pc:sldMk cId="0" sldId="262"/>
            <ac:spMk id="2" creationId="{00000000-0000-0000-0000-000000000000}"/>
          </ac:spMkLst>
        </pc:spChg>
        <pc:spChg chg="mod">
          <ac:chgData name="manideep reddy" userId="2a09e03046728d72" providerId="LiveId" clId="{B229D4EA-C5FD-4049-AE89-78193BCAA06F}" dt="2026-03-16T16:37:35.096" v="97" actId="14100"/>
          <ac:spMkLst>
            <pc:docMk/>
            <pc:sldMk cId="0" sldId="262"/>
            <ac:spMk id="3" creationId="{00000000-0000-0000-0000-000000000000}"/>
          </ac:spMkLst>
        </pc:spChg>
        <pc:spChg chg="mod">
          <ac:chgData name="manideep reddy" userId="2a09e03046728d72" providerId="LiveId" clId="{B229D4EA-C5FD-4049-AE89-78193BCAA06F}" dt="2026-03-16T16:39:32.224" v="122" actId="14100"/>
          <ac:spMkLst>
            <pc:docMk/>
            <pc:sldMk cId="0" sldId="262"/>
            <ac:spMk id="4" creationId="{00000000-0000-0000-0000-000000000000}"/>
          </ac:spMkLst>
        </pc:spChg>
        <pc:spChg chg="mod">
          <ac:chgData name="manideep reddy" userId="2a09e03046728d72" providerId="LiveId" clId="{B229D4EA-C5FD-4049-AE89-78193BCAA06F}" dt="2026-03-16T16:39:29.098" v="121" actId="14100"/>
          <ac:spMkLst>
            <pc:docMk/>
            <pc:sldMk cId="0" sldId="262"/>
            <ac:spMk id="5" creationId="{00000000-0000-0000-0000-000000000000}"/>
          </ac:spMkLst>
        </pc:spChg>
        <pc:spChg chg="mod">
          <ac:chgData name="manideep reddy" userId="2a09e03046728d72" providerId="LiveId" clId="{B229D4EA-C5FD-4049-AE89-78193BCAA06F}" dt="2026-03-16T16:39:24.841" v="119" actId="14100"/>
          <ac:spMkLst>
            <pc:docMk/>
            <pc:sldMk cId="0" sldId="262"/>
            <ac:spMk id="6" creationId="{00000000-0000-0000-0000-000000000000}"/>
          </ac:spMkLst>
        </pc:spChg>
        <pc:spChg chg="mod">
          <ac:chgData name="manideep reddy" userId="2a09e03046728d72" providerId="LiveId" clId="{B229D4EA-C5FD-4049-AE89-78193BCAA06F}" dt="2026-03-16T16:39:06.331" v="116" actId="14100"/>
          <ac:spMkLst>
            <pc:docMk/>
            <pc:sldMk cId="0" sldId="262"/>
            <ac:spMk id="8" creationId="{00000000-0000-0000-0000-000000000000}"/>
          </ac:spMkLst>
        </pc:spChg>
        <pc:spChg chg="mod">
          <ac:chgData name="manideep reddy" userId="2a09e03046728d72" providerId="LiveId" clId="{B229D4EA-C5FD-4049-AE89-78193BCAA06F}" dt="2026-03-16T16:39:09.917" v="117" actId="14100"/>
          <ac:spMkLst>
            <pc:docMk/>
            <pc:sldMk cId="0" sldId="262"/>
            <ac:spMk id="9" creationId="{00000000-0000-0000-0000-000000000000}"/>
          </ac:spMkLst>
        </pc:spChg>
        <pc:spChg chg="add mod">
          <ac:chgData name="manideep reddy" userId="2a09e03046728d72" providerId="LiveId" clId="{B229D4EA-C5FD-4049-AE89-78193BCAA06F}" dt="2026-03-16T16:40:44.354" v="132"/>
          <ac:spMkLst>
            <pc:docMk/>
            <pc:sldMk cId="0" sldId="262"/>
            <ac:spMk id="12" creationId="{7746233A-96A4-374E-4A76-583A4669D8A1}"/>
          </ac:spMkLst>
        </pc:spChg>
        <pc:picChg chg="del">
          <ac:chgData name="manideep reddy" userId="2a09e03046728d72" providerId="LiveId" clId="{B229D4EA-C5FD-4049-AE89-78193BCAA06F}" dt="2026-03-16T16:27:36.481" v="41" actId="478"/>
          <ac:picMkLst>
            <pc:docMk/>
            <pc:sldMk cId="0" sldId="262"/>
            <ac:picMk id="7" creationId="{00000000-0000-0000-0000-000000000000}"/>
          </ac:picMkLst>
        </pc:picChg>
        <pc:picChg chg="add mod modCrop">
          <ac:chgData name="manideep reddy" userId="2a09e03046728d72" providerId="LiveId" clId="{B229D4EA-C5FD-4049-AE89-78193BCAA06F}" dt="2026-03-16T16:38:55.558" v="113" actId="1076"/>
          <ac:picMkLst>
            <pc:docMk/>
            <pc:sldMk cId="0" sldId="262"/>
            <ac:picMk id="11" creationId="{30F28784-93A2-B127-9A3A-75C0FA60D53C}"/>
          </ac:picMkLst>
        </pc:picChg>
      </pc:sldChg>
      <pc:sldChg chg="addSp delSp modSp mod">
        <pc:chgData name="manideep reddy" userId="2a09e03046728d72" providerId="LiveId" clId="{B229D4EA-C5FD-4049-AE89-78193BCAA06F}" dt="2026-03-16T16:51:57.124" v="167" actId="478"/>
        <pc:sldMkLst>
          <pc:docMk/>
          <pc:sldMk cId="0" sldId="263"/>
        </pc:sldMkLst>
        <pc:spChg chg="mod">
          <ac:chgData name="manideep reddy" userId="2a09e03046728d72" providerId="LiveId" clId="{B229D4EA-C5FD-4049-AE89-78193BCAA06F}" dt="2026-03-16T16:29:15.898" v="46" actId="207"/>
          <ac:spMkLst>
            <pc:docMk/>
            <pc:sldMk cId="0" sldId="263"/>
            <ac:spMk id="3" creationId="{00000000-0000-0000-0000-000000000000}"/>
          </ac:spMkLst>
        </pc:spChg>
        <pc:spChg chg="mod">
          <ac:chgData name="manideep reddy" userId="2a09e03046728d72" providerId="LiveId" clId="{B229D4EA-C5FD-4049-AE89-78193BCAA06F}" dt="2026-03-16T16:29:27.576" v="48" actId="207"/>
          <ac:spMkLst>
            <pc:docMk/>
            <pc:sldMk cId="0" sldId="263"/>
            <ac:spMk id="6" creationId="{00000000-0000-0000-0000-000000000000}"/>
          </ac:spMkLst>
        </pc:spChg>
        <pc:spChg chg="mod">
          <ac:chgData name="manideep reddy" userId="2a09e03046728d72" providerId="LiveId" clId="{B229D4EA-C5FD-4049-AE89-78193BCAA06F}" dt="2026-03-16T16:29:23.946" v="47" actId="207"/>
          <ac:spMkLst>
            <pc:docMk/>
            <pc:sldMk cId="0" sldId="263"/>
            <ac:spMk id="9" creationId="{00000000-0000-0000-0000-000000000000}"/>
          </ac:spMkLst>
        </pc:spChg>
        <pc:spChg chg="mod">
          <ac:chgData name="manideep reddy" userId="2a09e03046728d72" providerId="LiveId" clId="{B229D4EA-C5FD-4049-AE89-78193BCAA06F}" dt="2026-03-16T16:29:31.487" v="49" actId="207"/>
          <ac:spMkLst>
            <pc:docMk/>
            <pc:sldMk cId="0" sldId="263"/>
            <ac:spMk id="12" creationId="{00000000-0000-0000-0000-000000000000}"/>
          </ac:spMkLst>
        </pc:spChg>
        <pc:spChg chg="mod">
          <ac:chgData name="manideep reddy" userId="2a09e03046728d72" providerId="LiveId" clId="{B229D4EA-C5FD-4049-AE89-78193BCAA06F}" dt="2026-03-16T16:47:20.422" v="143" actId="207"/>
          <ac:spMkLst>
            <pc:docMk/>
            <pc:sldMk cId="0" sldId="263"/>
            <ac:spMk id="17" creationId="{00000000-0000-0000-0000-000000000000}"/>
          </ac:spMkLst>
        </pc:spChg>
        <pc:spChg chg="mod">
          <ac:chgData name="manideep reddy" userId="2a09e03046728d72" providerId="LiveId" clId="{B229D4EA-C5FD-4049-AE89-78193BCAA06F}" dt="2026-03-16T16:47:25.330" v="144" actId="207"/>
          <ac:spMkLst>
            <pc:docMk/>
            <pc:sldMk cId="0" sldId="263"/>
            <ac:spMk id="19" creationId="{00000000-0000-0000-0000-000000000000}"/>
          </ac:spMkLst>
        </pc:spChg>
        <pc:spChg chg="mod">
          <ac:chgData name="manideep reddy" userId="2a09e03046728d72" providerId="LiveId" clId="{B229D4EA-C5FD-4049-AE89-78193BCAA06F}" dt="2026-03-16T16:47:37.564" v="147" actId="207"/>
          <ac:spMkLst>
            <pc:docMk/>
            <pc:sldMk cId="0" sldId="263"/>
            <ac:spMk id="21" creationId="{00000000-0000-0000-0000-000000000000}"/>
          </ac:spMkLst>
        </pc:spChg>
        <pc:spChg chg="mod">
          <ac:chgData name="manideep reddy" userId="2a09e03046728d72" providerId="LiveId" clId="{B229D4EA-C5FD-4049-AE89-78193BCAA06F}" dt="2026-03-16T16:47:29.791" v="145" actId="207"/>
          <ac:spMkLst>
            <pc:docMk/>
            <pc:sldMk cId="0" sldId="263"/>
            <ac:spMk id="23" creationId="{00000000-0000-0000-0000-000000000000}"/>
          </ac:spMkLst>
        </pc:spChg>
        <pc:spChg chg="mod">
          <ac:chgData name="manideep reddy" userId="2a09e03046728d72" providerId="LiveId" clId="{B229D4EA-C5FD-4049-AE89-78193BCAA06F}" dt="2026-03-16T16:47:34.151" v="146" actId="207"/>
          <ac:spMkLst>
            <pc:docMk/>
            <pc:sldMk cId="0" sldId="263"/>
            <ac:spMk id="25" creationId="{00000000-0000-0000-0000-000000000000}"/>
          </ac:spMkLst>
        </pc:spChg>
        <pc:spChg chg="mod">
          <ac:chgData name="manideep reddy" userId="2a09e03046728d72" providerId="LiveId" clId="{B229D4EA-C5FD-4049-AE89-78193BCAA06F}" dt="2026-03-16T16:51:27.946" v="163" actId="20577"/>
          <ac:spMkLst>
            <pc:docMk/>
            <pc:sldMk cId="0" sldId="263"/>
            <ac:spMk id="26" creationId="{00000000-0000-0000-0000-000000000000}"/>
          </ac:spMkLst>
        </pc:spChg>
        <pc:spChg chg="add mod">
          <ac:chgData name="manideep reddy" userId="2a09e03046728d72" providerId="LiveId" clId="{B229D4EA-C5FD-4049-AE89-78193BCAA06F}" dt="2026-03-16T16:40:49.382" v="133"/>
          <ac:spMkLst>
            <pc:docMk/>
            <pc:sldMk cId="0" sldId="263"/>
            <ac:spMk id="27" creationId="{48E0FEBB-C416-DBAC-0EA6-E1E07090D4C2}"/>
          </ac:spMkLst>
        </pc:spChg>
        <pc:spChg chg="add del mod">
          <ac:chgData name="manideep reddy" userId="2a09e03046728d72" providerId="LiveId" clId="{B229D4EA-C5FD-4049-AE89-78193BCAA06F}" dt="2026-03-16T16:51:57.124" v="167" actId="478"/>
          <ac:spMkLst>
            <pc:docMk/>
            <pc:sldMk cId="0" sldId="263"/>
            <ac:spMk id="28" creationId="{E3E1DE8F-25BA-C8A3-159A-CFFFD4D04E1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2005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Relationship Id="rId14" Type="http://schemas.openxmlformats.org/officeDocument/2006/relationships/image" Target="../media/image2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6872" y="0"/>
            <a:ext cx="5753528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37792"/>
            <a:ext cx="7556421" cy="2232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Customer Behavior Analysis using Python, MySQL, and Power BI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793790" y="491073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Manideep Reddy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| End-to-End Data Analytics Project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52878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Python • MySQL  • Power BI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0334" y="643057"/>
            <a:ext cx="5777627" cy="722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50"/>
              </a:lnSpc>
              <a:buNone/>
            </a:pPr>
            <a:r>
              <a:rPr lang="en-US" sz="45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Problem Statement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770334" y="1792367"/>
            <a:ext cx="13089731" cy="346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Understanding customer behavior to drive business growth through data-driven insights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70334" y="2379583"/>
            <a:ext cx="6438067" cy="2496741"/>
          </a:xfrm>
          <a:prstGeom prst="roundRect">
            <a:avLst>
              <a:gd name="adj" fmla="val 1322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990362" y="2599611"/>
            <a:ext cx="660202" cy="660202"/>
          </a:xfrm>
          <a:prstGeom prst="roundRect">
            <a:avLst>
              <a:gd name="adj" fmla="val 13848921"/>
            </a:avLst>
          </a:prstGeom>
          <a:solidFill>
            <a:schemeClr val="accent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1932" y="2781181"/>
            <a:ext cx="297061" cy="2970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0362" y="3473291"/>
            <a:ext cx="2888813" cy="360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Shopping Behavior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990362" y="3962400"/>
            <a:ext cx="5998012" cy="69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Understand how customers shop and what influences their purchase decisions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421880" y="2379583"/>
            <a:ext cx="6438186" cy="2496741"/>
          </a:xfrm>
          <a:prstGeom prst="roundRect">
            <a:avLst>
              <a:gd name="adj" fmla="val 1322"/>
            </a:avLst>
          </a:prstGeom>
          <a:solidFill>
            <a:srgbClr val="F2EEEE"/>
          </a:solidFill>
          <a:ln/>
        </p:spPr>
      </p:sp>
      <p:sp>
        <p:nvSpPr>
          <p:cNvPr id="10" name="Shape 7"/>
          <p:cNvSpPr/>
          <p:nvPr/>
        </p:nvSpPr>
        <p:spPr>
          <a:xfrm>
            <a:off x="7641908" y="2599611"/>
            <a:ext cx="660202" cy="660202"/>
          </a:xfrm>
          <a:prstGeom prst="roundRect">
            <a:avLst>
              <a:gd name="adj" fmla="val 13848921"/>
            </a:avLst>
          </a:prstGeom>
          <a:solidFill>
            <a:schemeClr val="accent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23478" y="2781181"/>
            <a:ext cx="297061" cy="2970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41908" y="3473291"/>
            <a:ext cx="2888813" cy="360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Spending Patterns</a:t>
            </a:r>
            <a:endParaRPr lang="en-US" sz="2250" dirty="0"/>
          </a:p>
        </p:txBody>
      </p:sp>
      <p:sp>
        <p:nvSpPr>
          <p:cNvPr id="13" name="Text 9"/>
          <p:cNvSpPr/>
          <p:nvPr/>
        </p:nvSpPr>
        <p:spPr>
          <a:xfrm>
            <a:off x="7641908" y="3962400"/>
            <a:ext cx="5998131" cy="69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Identify trends in spending across different customer segments and product categories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70334" y="5089803"/>
            <a:ext cx="6438067" cy="2496741"/>
          </a:xfrm>
          <a:prstGeom prst="roundRect">
            <a:avLst>
              <a:gd name="adj" fmla="val 1322"/>
            </a:avLst>
          </a:prstGeom>
          <a:solidFill>
            <a:srgbClr val="F2EEEE"/>
          </a:solidFill>
          <a:ln/>
        </p:spPr>
      </p:sp>
      <p:sp>
        <p:nvSpPr>
          <p:cNvPr id="15" name="Shape 11"/>
          <p:cNvSpPr/>
          <p:nvPr/>
        </p:nvSpPr>
        <p:spPr>
          <a:xfrm>
            <a:off x="990362" y="5309830"/>
            <a:ext cx="660202" cy="660202"/>
          </a:xfrm>
          <a:prstGeom prst="roundRect">
            <a:avLst>
              <a:gd name="adj" fmla="val 13848921"/>
            </a:avLst>
          </a:prstGeom>
          <a:solidFill>
            <a:schemeClr val="accent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1932" y="5491401"/>
            <a:ext cx="297061" cy="2970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90362" y="6183511"/>
            <a:ext cx="2888813" cy="360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Product Performance</a:t>
            </a:r>
            <a:endParaRPr lang="en-US" sz="2250" dirty="0"/>
          </a:p>
        </p:txBody>
      </p:sp>
      <p:sp>
        <p:nvSpPr>
          <p:cNvPr id="18" name="Text 13"/>
          <p:cNvSpPr/>
          <p:nvPr/>
        </p:nvSpPr>
        <p:spPr>
          <a:xfrm>
            <a:off x="990362" y="6672620"/>
            <a:ext cx="5998012" cy="69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Analyze which products and categories drive the most revenue and customer engagement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7421880" y="5089803"/>
            <a:ext cx="6438186" cy="2496741"/>
          </a:xfrm>
          <a:prstGeom prst="roundRect">
            <a:avLst>
              <a:gd name="adj" fmla="val 1322"/>
            </a:avLst>
          </a:prstGeom>
          <a:solidFill>
            <a:srgbClr val="F2EEEE"/>
          </a:solidFill>
          <a:ln/>
        </p:spPr>
      </p:sp>
      <p:sp>
        <p:nvSpPr>
          <p:cNvPr id="20" name="Shape 15"/>
          <p:cNvSpPr/>
          <p:nvPr/>
        </p:nvSpPr>
        <p:spPr>
          <a:xfrm>
            <a:off x="7641908" y="5309830"/>
            <a:ext cx="660202" cy="660202"/>
          </a:xfrm>
          <a:prstGeom prst="roundRect">
            <a:avLst>
              <a:gd name="adj" fmla="val 13848921"/>
            </a:avLst>
          </a:prstGeom>
          <a:solidFill>
            <a:schemeClr val="accent1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23478" y="5491401"/>
            <a:ext cx="297061" cy="2970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41908" y="6183511"/>
            <a:ext cx="2888813" cy="360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Subscription Behavior</a:t>
            </a:r>
            <a:endParaRPr lang="en-US" sz="2250" dirty="0"/>
          </a:p>
        </p:txBody>
      </p:sp>
      <p:sp>
        <p:nvSpPr>
          <p:cNvPr id="23" name="Text 17"/>
          <p:cNvSpPr/>
          <p:nvPr/>
        </p:nvSpPr>
        <p:spPr>
          <a:xfrm>
            <a:off x="7641908" y="6672620"/>
            <a:ext cx="5998131" cy="69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Study how subscription status affects customer spending and retention patterns</a:t>
            </a:r>
            <a:endParaRPr lang="en-US" sz="17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CBE0556-8685-8D5F-7939-A07B0C81EBE2}"/>
              </a:ext>
            </a:extLst>
          </p:cNvPr>
          <p:cNvSpPr/>
          <p:nvPr/>
        </p:nvSpPr>
        <p:spPr>
          <a:xfrm>
            <a:off x="12575569" y="7714655"/>
            <a:ext cx="1941815" cy="4509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0562"/>
            <a:ext cx="5954197" cy="79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Dataset Overview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5559981" y="2236471"/>
            <a:ext cx="3988356" cy="599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3,900 Rows • 18 Columns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559981" y="2835667"/>
            <a:ext cx="8284131" cy="45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comprehensive dataset requiring cleaning and preparation before analysis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5559981" y="3564017"/>
            <a:ext cx="2977039" cy="452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 Categories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5559981" y="4213520"/>
            <a:ext cx="8284131" cy="1180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demographics (Age, Gender, Location)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Purchase details (Item, Category, Amount)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Behavior data (Discounts, Shipping, Previous Purchases)</a:t>
            </a:r>
            <a:endParaRPr lang="en-US" sz="17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CA24BC-E8B2-D575-88D0-3EEAC4FA2EA5}"/>
              </a:ext>
            </a:extLst>
          </p:cNvPr>
          <p:cNvSpPr/>
          <p:nvPr/>
        </p:nvSpPr>
        <p:spPr>
          <a:xfrm>
            <a:off x="12575569" y="7714655"/>
            <a:ext cx="1941815" cy="4509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DDCC1A8-B8D8-2F87-4EB4-41F3DC70E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315" y="1907849"/>
            <a:ext cx="2977039" cy="501657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233" y="671632"/>
            <a:ext cx="6729651" cy="677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 Cleaning &amp; Processing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22233" y="1423749"/>
            <a:ext cx="2959894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Python pandas workflow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2233" y="2043827"/>
            <a:ext cx="206335" cy="257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22233" y="2371606"/>
            <a:ext cx="6499027" cy="228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/>
          <p:nvPr/>
        </p:nvSpPr>
        <p:spPr>
          <a:xfrm>
            <a:off x="722233" y="2520434"/>
            <a:ext cx="2708672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Load &amp; Explore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22233" y="2971562"/>
            <a:ext cx="6499027" cy="630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Loaded dataset using pandas and explored structure with df.info() and df.describe()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09021" y="2043827"/>
            <a:ext cx="206335" cy="257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09021" y="2371606"/>
            <a:ext cx="6499146" cy="228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/>
          <p:nvPr/>
        </p:nvSpPr>
        <p:spPr>
          <a:xfrm>
            <a:off x="7409021" y="2520434"/>
            <a:ext cx="2708672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Check Missing Values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409021" y="2971562"/>
            <a:ext cx="6499146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Identified and assessed missing data points throughout the dataset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2233" y="3944422"/>
            <a:ext cx="206335" cy="257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22233" y="4272201"/>
            <a:ext cx="6499027" cy="228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/>
          <p:nvPr/>
        </p:nvSpPr>
        <p:spPr>
          <a:xfrm>
            <a:off x="722233" y="4421029"/>
            <a:ext cx="2708672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Fill Missing Data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22233" y="4872157"/>
            <a:ext cx="6499027" cy="630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Applied appropriate imputation methods to handle missing values in review_rating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409021" y="3944422"/>
            <a:ext cx="206335" cy="257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409021" y="4272201"/>
            <a:ext cx="6499146" cy="228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/>
          <p:nvPr/>
        </p:nvSpPr>
        <p:spPr>
          <a:xfrm>
            <a:off x="7409021" y="4421029"/>
            <a:ext cx="2708672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Rename Columns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409021" y="4872157"/>
            <a:ext cx="6499146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Standardized column names for consistency and readability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22233" y="5845016"/>
            <a:ext cx="206335" cy="257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22233" y="6172795"/>
            <a:ext cx="6499027" cy="228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2" name="Text 20"/>
          <p:cNvSpPr/>
          <p:nvPr/>
        </p:nvSpPr>
        <p:spPr>
          <a:xfrm>
            <a:off x="722233" y="6321623"/>
            <a:ext cx="2708672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Create Features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722233" y="6772751"/>
            <a:ext cx="6499027" cy="630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Built new analytical features including age_group and purchase_frequency_days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09021" y="5845016"/>
            <a:ext cx="206335" cy="257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06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409021" y="6172795"/>
            <a:ext cx="6499146" cy="228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6" name="Text 24"/>
          <p:cNvSpPr/>
          <p:nvPr/>
        </p:nvSpPr>
        <p:spPr>
          <a:xfrm>
            <a:off x="7409021" y="6321623"/>
            <a:ext cx="2708672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Prepare for Database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7409021" y="6772751"/>
            <a:ext cx="6499146" cy="630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Finalized cleaned dataset ready for MySQL integration and SQL analysis</a:t>
            </a:r>
            <a:endParaRPr lang="en-US" sz="16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553FB3A-3553-D119-B716-F3FFA8400096}"/>
              </a:ext>
            </a:extLst>
          </p:cNvPr>
          <p:cNvSpPr/>
          <p:nvPr/>
        </p:nvSpPr>
        <p:spPr>
          <a:xfrm>
            <a:off x="12575569" y="7714655"/>
            <a:ext cx="1941815" cy="4509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6284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Database Integration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158126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MySQL workflow</a:t>
            </a:r>
            <a:endParaRPr lang="en-US" sz="2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293501"/>
            <a:ext cx="6521410" cy="9072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0604" y="342757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Created Database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020604" y="3935730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Designed MySQL database schema optimized for analytical queries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293501"/>
            <a:ext cx="6521410" cy="9072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42014" y="342757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Python Connection</a:t>
            </a:r>
            <a:endParaRPr lang="en-US" sz="2300" dirty="0"/>
          </a:p>
        </p:txBody>
      </p:sp>
      <p:sp>
        <p:nvSpPr>
          <p:cNvPr id="9" name="Text 5"/>
          <p:cNvSpPr/>
          <p:nvPr/>
        </p:nvSpPr>
        <p:spPr>
          <a:xfrm>
            <a:off x="7542014" y="3935730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Connected Python to MySQL using SQLAlchemy for seamless data transfer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888349"/>
            <a:ext cx="6521410" cy="9072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20604" y="602241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Store Data</a:t>
            </a:r>
            <a:endParaRPr lang="en-US" sz="2300" dirty="0"/>
          </a:p>
        </p:txBody>
      </p:sp>
      <p:sp>
        <p:nvSpPr>
          <p:cNvPr id="12" name="Text 7"/>
          <p:cNvSpPr/>
          <p:nvPr/>
        </p:nvSpPr>
        <p:spPr>
          <a:xfrm>
            <a:off x="1020604" y="6530578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Loaded cleaned dataset into MySQL table for efficient querying</a:t>
            </a:r>
            <a:endParaRPr lang="en-US" sz="1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888349"/>
            <a:ext cx="6521410" cy="9072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542014" y="602241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SQL Queries</a:t>
            </a:r>
            <a:endParaRPr lang="en-US" sz="2300" dirty="0"/>
          </a:p>
        </p:txBody>
      </p:sp>
      <p:sp>
        <p:nvSpPr>
          <p:cNvPr id="15" name="Text 9"/>
          <p:cNvSpPr/>
          <p:nvPr/>
        </p:nvSpPr>
        <p:spPr>
          <a:xfrm>
            <a:off x="7542014" y="6530578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Executed analytical queries to answer business questions</a:t>
            </a:r>
            <a:endParaRPr lang="en-US" sz="17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77F3EC-F5A3-DD19-6F7F-5EBB7B15B54B}"/>
              </a:ext>
            </a:extLst>
          </p:cNvPr>
          <p:cNvSpPr/>
          <p:nvPr/>
        </p:nvSpPr>
        <p:spPr>
          <a:xfrm>
            <a:off x="12575569" y="7714655"/>
            <a:ext cx="1941815" cy="4509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4092" y="980123"/>
            <a:ext cx="4573548" cy="571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SQL Business Analysis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04092" y="1819394"/>
            <a:ext cx="12022098" cy="246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insights extracted through targeted SQL queries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304092" y="2477572"/>
            <a:ext cx="5944076" cy="1245037"/>
          </a:xfrm>
          <a:prstGeom prst="roundRect">
            <a:avLst>
              <a:gd name="adj" fmla="val 8813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304092" y="2454712"/>
            <a:ext cx="5944076" cy="91440"/>
          </a:xfrm>
          <a:prstGeom prst="roundRect">
            <a:avLst>
              <a:gd name="adj" fmla="val 28582"/>
            </a:avLst>
          </a:prstGeom>
          <a:solidFill>
            <a:schemeClr val="accent1"/>
          </a:solidFill>
          <a:ln/>
        </p:spPr>
      </p:sp>
      <p:sp>
        <p:nvSpPr>
          <p:cNvPr id="6" name="Shape 4"/>
          <p:cNvSpPr/>
          <p:nvPr/>
        </p:nvSpPr>
        <p:spPr>
          <a:xfrm>
            <a:off x="4014788" y="2216229"/>
            <a:ext cx="522684" cy="522684"/>
          </a:xfrm>
          <a:prstGeom prst="roundRect">
            <a:avLst>
              <a:gd name="adj" fmla="val 174943"/>
            </a:avLst>
          </a:prstGeom>
          <a:solidFill>
            <a:schemeClr val="accent1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71593" y="2372916"/>
            <a:ext cx="209074" cy="2090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1140" y="2913102"/>
            <a:ext cx="2286714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Revenue by Gender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501140" y="3279219"/>
            <a:ext cx="5549979" cy="246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Segmented revenue performance across different gender groups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381994" y="2477572"/>
            <a:ext cx="5944195" cy="1245037"/>
          </a:xfrm>
          <a:prstGeom prst="roundRect">
            <a:avLst>
              <a:gd name="adj" fmla="val 8813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7381994" y="2454712"/>
            <a:ext cx="5944195" cy="91440"/>
          </a:xfrm>
          <a:prstGeom prst="roundRect">
            <a:avLst>
              <a:gd name="adj" fmla="val 28582"/>
            </a:avLst>
          </a:prstGeom>
          <a:solidFill>
            <a:schemeClr val="accent1"/>
          </a:solidFill>
          <a:ln/>
        </p:spPr>
      </p:sp>
      <p:sp>
        <p:nvSpPr>
          <p:cNvPr id="12" name="Shape 9"/>
          <p:cNvSpPr/>
          <p:nvPr/>
        </p:nvSpPr>
        <p:spPr>
          <a:xfrm>
            <a:off x="10092690" y="2216229"/>
            <a:ext cx="522684" cy="522684"/>
          </a:xfrm>
          <a:prstGeom prst="roundRect">
            <a:avLst>
              <a:gd name="adj" fmla="val 174943"/>
            </a:avLst>
          </a:prstGeom>
          <a:solidFill>
            <a:schemeClr val="accent1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49495" y="2372916"/>
            <a:ext cx="209074" cy="20907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79043" y="2913102"/>
            <a:ext cx="2286714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Discount Analysis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7579043" y="3279219"/>
            <a:ext cx="5550098" cy="246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Identified high-spending customers who use discounts effectively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1304092" y="4117777"/>
            <a:ext cx="5944076" cy="1245037"/>
          </a:xfrm>
          <a:prstGeom prst="roundRect">
            <a:avLst>
              <a:gd name="adj" fmla="val 8813"/>
            </a:avLst>
          </a:prstGeom>
          <a:solidFill>
            <a:srgbClr val="FFFFFF"/>
          </a:solidFill>
          <a:ln/>
        </p:spPr>
      </p:sp>
      <p:sp>
        <p:nvSpPr>
          <p:cNvPr id="17" name="Shape 13"/>
          <p:cNvSpPr/>
          <p:nvPr/>
        </p:nvSpPr>
        <p:spPr>
          <a:xfrm>
            <a:off x="1304092" y="4094917"/>
            <a:ext cx="5944076" cy="91440"/>
          </a:xfrm>
          <a:prstGeom prst="roundRect">
            <a:avLst>
              <a:gd name="adj" fmla="val 28582"/>
            </a:avLst>
          </a:prstGeom>
          <a:solidFill>
            <a:schemeClr val="accent1"/>
          </a:solidFill>
          <a:ln/>
        </p:spPr>
      </p:sp>
      <p:sp>
        <p:nvSpPr>
          <p:cNvPr id="18" name="Shape 14"/>
          <p:cNvSpPr/>
          <p:nvPr/>
        </p:nvSpPr>
        <p:spPr>
          <a:xfrm>
            <a:off x="4014788" y="3856434"/>
            <a:ext cx="522684" cy="522684"/>
          </a:xfrm>
          <a:prstGeom prst="roundRect">
            <a:avLst>
              <a:gd name="adj" fmla="val 174943"/>
            </a:avLst>
          </a:prstGeom>
          <a:solidFill>
            <a:schemeClr val="accent1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71593" y="4013121"/>
            <a:ext cx="209074" cy="20907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01140" y="4553307"/>
            <a:ext cx="2286714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Product Ratings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501140" y="4919424"/>
            <a:ext cx="5549979" cy="246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Determined top-rated products driving customer satisfaction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7381994" y="4117777"/>
            <a:ext cx="5944195" cy="1245037"/>
          </a:xfrm>
          <a:prstGeom prst="roundRect">
            <a:avLst>
              <a:gd name="adj" fmla="val 8813"/>
            </a:avLst>
          </a:prstGeom>
          <a:solidFill>
            <a:srgbClr val="FFFFFF"/>
          </a:solidFill>
          <a:ln/>
        </p:spPr>
      </p:sp>
      <p:sp>
        <p:nvSpPr>
          <p:cNvPr id="23" name="Shape 18"/>
          <p:cNvSpPr/>
          <p:nvPr/>
        </p:nvSpPr>
        <p:spPr>
          <a:xfrm>
            <a:off x="7381994" y="4094917"/>
            <a:ext cx="5944195" cy="91440"/>
          </a:xfrm>
          <a:prstGeom prst="roundRect">
            <a:avLst>
              <a:gd name="adj" fmla="val 28582"/>
            </a:avLst>
          </a:prstGeom>
          <a:solidFill>
            <a:schemeClr val="accent1"/>
          </a:solidFill>
          <a:ln/>
        </p:spPr>
      </p:sp>
      <p:sp>
        <p:nvSpPr>
          <p:cNvPr id="24" name="Shape 19"/>
          <p:cNvSpPr/>
          <p:nvPr/>
        </p:nvSpPr>
        <p:spPr>
          <a:xfrm>
            <a:off x="10092690" y="3856434"/>
            <a:ext cx="522684" cy="522684"/>
          </a:xfrm>
          <a:prstGeom prst="roundRect">
            <a:avLst>
              <a:gd name="adj" fmla="val 174943"/>
            </a:avLst>
          </a:prstGeom>
          <a:solidFill>
            <a:schemeClr val="accent1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49495" y="4013121"/>
            <a:ext cx="209074" cy="20907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579043" y="4553307"/>
            <a:ext cx="2286714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Shipping Comparison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7579043" y="4919424"/>
            <a:ext cx="5550098" cy="246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Analyzed impact of different shipping types on purchase behavior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1304092" y="5757982"/>
            <a:ext cx="5944076" cy="1491377"/>
          </a:xfrm>
          <a:prstGeom prst="roundRect">
            <a:avLst>
              <a:gd name="adj" fmla="val 7357"/>
            </a:avLst>
          </a:prstGeom>
          <a:solidFill>
            <a:srgbClr val="FFFFFF"/>
          </a:solidFill>
          <a:ln/>
        </p:spPr>
      </p:sp>
      <p:sp>
        <p:nvSpPr>
          <p:cNvPr id="29" name="Shape 23"/>
          <p:cNvSpPr/>
          <p:nvPr/>
        </p:nvSpPr>
        <p:spPr>
          <a:xfrm>
            <a:off x="1304092" y="5735122"/>
            <a:ext cx="5944076" cy="91440"/>
          </a:xfrm>
          <a:prstGeom prst="roundRect">
            <a:avLst>
              <a:gd name="adj" fmla="val 28582"/>
            </a:avLst>
          </a:prstGeom>
          <a:solidFill>
            <a:schemeClr val="accent1"/>
          </a:solidFill>
          <a:ln/>
        </p:spPr>
      </p:sp>
      <p:sp>
        <p:nvSpPr>
          <p:cNvPr id="30" name="Shape 24"/>
          <p:cNvSpPr/>
          <p:nvPr/>
        </p:nvSpPr>
        <p:spPr>
          <a:xfrm>
            <a:off x="4014788" y="5496639"/>
            <a:ext cx="522684" cy="522684"/>
          </a:xfrm>
          <a:prstGeom prst="roundRect">
            <a:avLst>
              <a:gd name="adj" fmla="val 174943"/>
            </a:avLst>
          </a:prstGeom>
          <a:solidFill>
            <a:schemeClr val="accent1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171593" y="5653326"/>
            <a:ext cx="209074" cy="20907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501140" y="6193512"/>
            <a:ext cx="2286714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Subscription Impact</a:t>
            </a:r>
            <a:endParaRPr lang="en-US" sz="1800" dirty="0"/>
          </a:p>
        </p:txBody>
      </p:sp>
      <p:sp>
        <p:nvSpPr>
          <p:cNvPr id="33" name="Text 26"/>
          <p:cNvSpPr/>
          <p:nvPr/>
        </p:nvSpPr>
        <p:spPr>
          <a:xfrm>
            <a:off x="1501140" y="6559629"/>
            <a:ext cx="5549979" cy="492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Compared spending patterns between subscribers and non-subscribers</a:t>
            </a:r>
            <a:endParaRPr lang="en-US" sz="1350" dirty="0"/>
          </a:p>
        </p:txBody>
      </p:sp>
      <p:sp>
        <p:nvSpPr>
          <p:cNvPr id="34" name="Shape 27"/>
          <p:cNvSpPr/>
          <p:nvPr/>
        </p:nvSpPr>
        <p:spPr>
          <a:xfrm>
            <a:off x="7381994" y="5757982"/>
            <a:ext cx="5944195" cy="1491377"/>
          </a:xfrm>
          <a:prstGeom prst="roundRect">
            <a:avLst>
              <a:gd name="adj" fmla="val 7357"/>
            </a:avLst>
          </a:prstGeom>
          <a:solidFill>
            <a:srgbClr val="FFFFFF"/>
          </a:solidFill>
          <a:ln/>
        </p:spPr>
      </p:sp>
      <p:sp>
        <p:nvSpPr>
          <p:cNvPr id="35" name="Shape 28"/>
          <p:cNvSpPr/>
          <p:nvPr/>
        </p:nvSpPr>
        <p:spPr>
          <a:xfrm>
            <a:off x="7381994" y="5735122"/>
            <a:ext cx="5944195" cy="91440"/>
          </a:xfrm>
          <a:prstGeom prst="roundRect">
            <a:avLst>
              <a:gd name="adj" fmla="val 28582"/>
            </a:avLst>
          </a:prstGeom>
          <a:solidFill>
            <a:schemeClr val="accent1"/>
          </a:solidFill>
          <a:ln/>
        </p:spPr>
      </p:sp>
      <p:sp>
        <p:nvSpPr>
          <p:cNvPr id="36" name="Shape 29"/>
          <p:cNvSpPr/>
          <p:nvPr/>
        </p:nvSpPr>
        <p:spPr>
          <a:xfrm>
            <a:off x="10092690" y="5496639"/>
            <a:ext cx="522684" cy="522684"/>
          </a:xfrm>
          <a:prstGeom prst="roundRect">
            <a:avLst>
              <a:gd name="adj" fmla="val 174943"/>
            </a:avLst>
          </a:prstGeom>
          <a:solidFill>
            <a:schemeClr val="accent1"/>
          </a:solidFill>
          <a:ln/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249495" y="5653326"/>
            <a:ext cx="209074" cy="20907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579043" y="6193512"/>
            <a:ext cx="2286714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Age Segmentation</a:t>
            </a:r>
            <a:endParaRPr lang="en-US" sz="1800" dirty="0"/>
          </a:p>
        </p:txBody>
      </p:sp>
      <p:sp>
        <p:nvSpPr>
          <p:cNvPr id="39" name="Text 31"/>
          <p:cNvSpPr/>
          <p:nvPr/>
        </p:nvSpPr>
        <p:spPr>
          <a:xfrm>
            <a:off x="7579043" y="6559629"/>
            <a:ext cx="5550098" cy="246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Grouped customers by age to identify high-value segments</a:t>
            </a:r>
            <a:endParaRPr lang="en-US" sz="135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B7C333F-2C29-78E5-8F2C-5BE0BE689FE0}"/>
              </a:ext>
            </a:extLst>
          </p:cNvPr>
          <p:cNvSpPr/>
          <p:nvPr/>
        </p:nvSpPr>
        <p:spPr>
          <a:xfrm>
            <a:off x="12575569" y="7714655"/>
            <a:ext cx="1941815" cy="4509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8783" y="410967"/>
            <a:ext cx="5540931" cy="67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Power BI Dashboard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738783" y="1623317"/>
            <a:ext cx="3382923" cy="38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Performance Indicators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738783" y="2123809"/>
            <a:ext cx="4268748" cy="1502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Customers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Revenue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Review Rating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38783" y="3946964"/>
            <a:ext cx="2770465" cy="370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Visualizations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738783" y="4429287"/>
            <a:ext cx="4268748" cy="1426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Revenue by Category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Sales by Category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Revenue by Age Group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Sales by Age Group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38784" y="6338592"/>
            <a:ext cx="2569496" cy="2979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Interactive Filtering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738783" y="6748434"/>
            <a:ext cx="11867608" cy="736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Users can dynamically filter data by gender, category, subscription status, and shipping type for real-time insights</a:t>
            </a:r>
            <a:endParaRPr lang="en-US" sz="16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F28784-93A2-B127-9A3A-75C0FA60D5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458058" y="1257460"/>
            <a:ext cx="8998638" cy="508113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746233A-96A4-374E-4A76-583A4669D8A1}"/>
              </a:ext>
            </a:extLst>
          </p:cNvPr>
          <p:cNvSpPr/>
          <p:nvPr/>
        </p:nvSpPr>
        <p:spPr>
          <a:xfrm>
            <a:off x="12575569" y="7714655"/>
            <a:ext cx="1941815" cy="4509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93056" y="890945"/>
            <a:ext cx="6546890" cy="544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Insights &amp; Recommendations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593056" y="1677710"/>
            <a:ext cx="5661541" cy="1135856"/>
          </a:xfrm>
          <a:prstGeom prst="roundRect">
            <a:avLst>
              <a:gd name="adj" fmla="val 219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/>
          <p:nvPr/>
        </p:nvSpPr>
        <p:spPr>
          <a:xfrm>
            <a:off x="1758910" y="1843564"/>
            <a:ext cx="2176820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Insight: Top Category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758910" y="2188369"/>
            <a:ext cx="5329833" cy="459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Clothing category generates the highest revenue and drives the most customer purchases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75803" y="1677710"/>
            <a:ext cx="5661541" cy="1135856"/>
          </a:xfrm>
          <a:prstGeom prst="roundRect">
            <a:avLst>
              <a:gd name="adj" fmla="val 2190"/>
            </a:avLst>
          </a:prstGeom>
          <a:solidFill>
            <a:schemeClr val="accent1"/>
          </a:solidFill>
          <a:ln/>
        </p:spPr>
      </p:sp>
      <p:sp>
        <p:nvSpPr>
          <p:cNvPr id="7" name="Text 5"/>
          <p:cNvSpPr/>
          <p:nvPr/>
        </p:nvSpPr>
        <p:spPr>
          <a:xfrm>
            <a:off x="7541657" y="1843564"/>
            <a:ext cx="2799874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Insight: High-Value Segment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541657" y="2188369"/>
            <a:ext cx="5329833" cy="459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Young Adult customers contribute the most revenue and have the highest purchase frequency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593056" y="2934772"/>
            <a:ext cx="5661541" cy="1135856"/>
          </a:xfrm>
          <a:prstGeom prst="roundRect">
            <a:avLst>
              <a:gd name="adj" fmla="val 2190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/>
          <p:nvPr/>
        </p:nvSpPr>
        <p:spPr>
          <a:xfrm>
            <a:off x="1758910" y="3100626"/>
            <a:ext cx="2468761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Insight: Subscription Gap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758910" y="3445431"/>
            <a:ext cx="5329833" cy="459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Most customers are non-subscribers, representing a significant growth opportunity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75803" y="2934772"/>
            <a:ext cx="5661541" cy="1135856"/>
          </a:xfrm>
          <a:prstGeom prst="roundRect">
            <a:avLst>
              <a:gd name="adj" fmla="val 2190"/>
            </a:avLst>
          </a:prstGeom>
          <a:solidFill>
            <a:schemeClr val="accent1"/>
          </a:solidFill>
          <a:ln/>
        </p:spPr>
      </p:sp>
      <p:sp>
        <p:nvSpPr>
          <p:cNvPr id="13" name="Text 11"/>
          <p:cNvSpPr/>
          <p:nvPr/>
        </p:nvSpPr>
        <p:spPr>
          <a:xfrm>
            <a:off x="7541657" y="3100626"/>
            <a:ext cx="2647355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Insight: Discount Influence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541657" y="3445431"/>
            <a:ext cx="5329833" cy="459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Discounts significantly influence customer purchasing decisions and increase conversion rates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593056" y="4289853"/>
            <a:ext cx="11444288" cy="28337"/>
          </a:xfrm>
          <a:prstGeom prst="rect">
            <a:avLst/>
          </a:prstGeom>
          <a:solidFill>
            <a:srgbClr val="383838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593056" y="4499967"/>
            <a:ext cx="3234095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Business Recommendations</a:t>
            </a:r>
            <a:endParaRPr lang="en-US" sz="2050" dirty="0"/>
          </a:p>
        </p:txBody>
      </p:sp>
      <p:sp>
        <p:nvSpPr>
          <p:cNvPr id="17" name="Shape 15"/>
          <p:cNvSpPr/>
          <p:nvPr/>
        </p:nvSpPr>
        <p:spPr>
          <a:xfrm>
            <a:off x="1593056" y="5096351"/>
            <a:ext cx="82868" cy="82867"/>
          </a:xfrm>
          <a:prstGeom prst="roundRect">
            <a:avLst>
              <a:gd name="adj" fmla="val 551727"/>
            </a:avLst>
          </a:prstGeom>
          <a:solidFill>
            <a:schemeClr val="accent1"/>
          </a:solidFill>
          <a:ln/>
        </p:spPr>
      </p:sp>
      <p:sp>
        <p:nvSpPr>
          <p:cNvPr id="18" name="Text 16"/>
          <p:cNvSpPr/>
          <p:nvPr/>
        </p:nvSpPr>
        <p:spPr>
          <a:xfrm>
            <a:off x="1797129" y="5008245"/>
            <a:ext cx="7039689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Increase subscription adoption through exclusive benefits and incentives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1593056" y="5610939"/>
            <a:ext cx="82868" cy="82867"/>
          </a:xfrm>
          <a:prstGeom prst="roundRect">
            <a:avLst>
              <a:gd name="adj" fmla="val 551727"/>
            </a:avLst>
          </a:prstGeom>
          <a:solidFill>
            <a:schemeClr val="accent1"/>
          </a:solidFill>
          <a:ln/>
        </p:spPr>
      </p:sp>
      <p:sp>
        <p:nvSpPr>
          <p:cNvPr id="20" name="Text 18"/>
          <p:cNvSpPr/>
          <p:nvPr/>
        </p:nvSpPr>
        <p:spPr>
          <a:xfrm>
            <a:off x="1797129" y="5522833"/>
            <a:ext cx="6849070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Implement loyalty programs specifically designed for repeat customers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1593056" y="6125527"/>
            <a:ext cx="82868" cy="82867"/>
          </a:xfrm>
          <a:prstGeom prst="roundRect">
            <a:avLst>
              <a:gd name="adj" fmla="val 551727"/>
            </a:avLst>
          </a:prstGeom>
          <a:solidFill>
            <a:schemeClr val="accent1"/>
          </a:solidFill>
          <a:ln/>
        </p:spPr>
      </p:sp>
      <p:sp>
        <p:nvSpPr>
          <p:cNvPr id="22" name="Text 20"/>
          <p:cNvSpPr/>
          <p:nvPr/>
        </p:nvSpPr>
        <p:spPr>
          <a:xfrm>
            <a:off x="1797129" y="6037421"/>
            <a:ext cx="8170188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Promote high-performing product categories through targeted marketing campaigns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1593056" y="6640116"/>
            <a:ext cx="82868" cy="82867"/>
          </a:xfrm>
          <a:prstGeom prst="roundRect">
            <a:avLst>
              <a:gd name="adj" fmla="val 551727"/>
            </a:avLst>
          </a:prstGeom>
          <a:solidFill>
            <a:schemeClr val="accent1"/>
          </a:solidFill>
          <a:ln/>
        </p:spPr>
      </p:sp>
      <p:sp>
        <p:nvSpPr>
          <p:cNvPr id="24" name="Text 22"/>
          <p:cNvSpPr/>
          <p:nvPr/>
        </p:nvSpPr>
        <p:spPr>
          <a:xfrm>
            <a:off x="1797129" y="6552009"/>
            <a:ext cx="6494978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Optimize discount strategies based on customer segmentation data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1593056" y="7154704"/>
            <a:ext cx="82868" cy="82867"/>
          </a:xfrm>
          <a:prstGeom prst="roundRect">
            <a:avLst>
              <a:gd name="adj" fmla="val 551727"/>
            </a:avLst>
          </a:prstGeom>
          <a:solidFill>
            <a:schemeClr val="accent1"/>
          </a:solidFill>
          <a:ln/>
        </p:spPr>
      </p:sp>
      <p:sp>
        <p:nvSpPr>
          <p:cNvPr id="26" name="Text 24"/>
          <p:cNvSpPr/>
          <p:nvPr/>
        </p:nvSpPr>
        <p:spPr>
          <a:xfrm>
            <a:off x="1797129" y="7066598"/>
            <a:ext cx="7552849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Target high-value customer segments with personalized marketing campaigns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8E0FEBB-C416-DBAC-0EA6-E1E07090D4C2}"/>
              </a:ext>
            </a:extLst>
          </p:cNvPr>
          <p:cNvSpPr/>
          <p:nvPr/>
        </p:nvSpPr>
        <p:spPr>
          <a:xfrm>
            <a:off x="12575569" y="7714655"/>
            <a:ext cx="1941815" cy="4509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511</Words>
  <Application>Microsoft Office PowerPoint</Application>
  <PresentationFormat>Custom</PresentationFormat>
  <Paragraphs>100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PT Serif</vt:lpstr>
      <vt:lpstr>Arial</vt:lpstr>
      <vt:lpstr>PT Serif Light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manideep reddy</cp:lastModifiedBy>
  <cp:revision>1</cp:revision>
  <dcterms:created xsi:type="dcterms:W3CDTF">2026-03-16T16:17:04Z</dcterms:created>
  <dcterms:modified xsi:type="dcterms:W3CDTF">2026-03-16T16:52:08Z</dcterms:modified>
</cp:coreProperties>
</file>